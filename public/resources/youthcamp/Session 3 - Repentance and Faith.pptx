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1020" y="-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9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64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3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3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8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5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4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0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4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3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3AF8A-132F-4F98-B7FC-6CC27F208C99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BB262-FD2E-4F1C-8C55-A106912B9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5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\Desktop\LIT\FEC\FEC\YC\SESSION3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" y="-19050"/>
            <a:ext cx="9177866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C:\Users\admin\Desktop\LIT\MFC Youth (1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540" y="666750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5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esktop\LIT\FEC\FEC\YC\SESSION3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78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esktop\LIT\FEC\FEC\YC\SESSION3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03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esktop\LIT\FEC\FEC\YC\SESSION3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55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esktop\LIT\FEC\FEC\YC\SESSION3\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21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esktop\LIT\FEC\FEC\YC\SESSION3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41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esktop\LIT\FEC\FEC\YC\SESSION3\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27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esktop\LIT\FEC\FEC\YC\SESSION3\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308" y="0"/>
            <a:ext cx="9173308" cy="5159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7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esktop\LIT\FEC\FEC\YC\SESSION3\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95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06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esktop\LIT\FEC\FEC\YC\SESSION3\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63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esktop\LIT\FEC\FEC\YC\SESSION3\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20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esktop\LIT\FEC\FEC\YC\SESSION3\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21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esktop\LIT\FEC\FEC\YC\SESSION3\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20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esktop\LIT\FEC\FEC\YC\SESSION3\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61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admin\Desktop\LIT\FEC\FEC\YC\SESSION3\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25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admin\Desktop\LIT\FEC\FEC\YC\SESSION3\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0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admin\Desktop\LIT\FEC\FEC\YC\SESSION3\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21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admin\Desktop\LIT\FEC\FEC\YC\SESSION3\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188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66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admin\Desktop\LIT\FEC\FEC\YC\SESSION3\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2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admin\Desktop\LIT\FEC\FEC\YC\SESSION3\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02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admin\Desktop\LIT\FEC\FEC\YC\SESSION3\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97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admin\Desktop\LIT\FEC\FEC\YC\SESSION3\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773"/>
            <a:ext cx="9198708" cy="517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25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2020-05-25T04:17:06Z</dcterms:created>
  <dcterms:modified xsi:type="dcterms:W3CDTF">2020-05-25T04:32:04Z</dcterms:modified>
</cp:coreProperties>
</file>