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3716000" cx="24384000"/>
  <p:notesSz cx="6858000" cy="9144000"/>
  <p:embeddedFontLst>
    <p:embeddedFont>
      <p:font typeface="Helvetica Neue"/>
      <p:regular r:id="rId26"/>
      <p:bold r:id="rId27"/>
      <p:italic r:id="rId28"/>
      <p:boldItalic r:id="rId29"/>
    </p:embeddedFont>
    <p:embeddedFont>
      <p:font typeface="Helvetica Neue Ligh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000000"/>
          </p15:clr>
        </p15:guide>
        <p15:guide id="2" pos="76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34" roundtripDataSignature="AMtx7mhqq9QX+iAPz/QHXu8L9YUtCuP1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regular.fntdata"/><Relationship Id="rId25" Type="http://schemas.openxmlformats.org/officeDocument/2006/relationships/slide" Target="slides/slide20.xml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Light-bold.fntdata"/><Relationship Id="rId30" Type="http://schemas.openxmlformats.org/officeDocument/2006/relationships/font" Target="fonts/HelveticaNeueLight-regular.fntdata"/><Relationship Id="rId11" Type="http://schemas.openxmlformats.org/officeDocument/2006/relationships/slide" Target="slides/slide6.xml"/><Relationship Id="rId33" Type="http://schemas.openxmlformats.org/officeDocument/2006/relationships/font" Target="fonts/HelveticaNeue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HelveticaNeue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&amp; Bullets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12" name="Google Shape;12;p22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hoto - Horizontal">
  <p:cSld name="Photo - Horizontal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/>
          <p:nvPr>
            <p:ph idx="2" type="pic"/>
          </p:nvPr>
        </p:nvSpPr>
        <p:spPr>
          <a:xfrm>
            <a:off x="5334000" y="946546"/>
            <a:ext cx="13716000" cy="8304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23"/>
          <p:cNvSpPr txBox="1"/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" type="body"/>
          </p:nvPr>
        </p:nvSpPr>
        <p:spPr>
          <a:xfrm>
            <a:off x="4833937" y="11465718"/>
            <a:ext cx="14716126" cy="158948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- Center">
  <p:cSld name="Title - Cen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/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hoto - Vertical">
  <p:cSld name="Photo - Vertical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/>
          <p:nvPr>
            <p:ph idx="2" type="pic"/>
          </p:nvPr>
        </p:nvSpPr>
        <p:spPr>
          <a:xfrm>
            <a:off x="12495609" y="892968"/>
            <a:ext cx="7500938" cy="11555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3" name="Google Shape;23;p25"/>
          <p:cNvSpPr txBox="1"/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Helvetica Neue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" type="body"/>
          </p:nvPr>
        </p:nvSpPr>
        <p:spPr>
          <a:xfrm>
            <a:off x="4387453" y="6643687"/>
            <a:ext cx="7500938" cy="5786438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- Top">
  <p:cSld name="Title - Top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Bullets &amp; Photo">
  <p:cSld name="Title, Bullets &amp; Phot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/>
          <p:nvPr>
            <p:ph idx="2" type="pic"/>
          </p:nvPr>
        </p:nvSpPr>
        <p:spPr>
          <a:xfrm>
            <a:off x="12495609" y="3643312"/>
            <a:ext cx="7500938" cy="884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1" name="Google Shape;31;p27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" type="body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578485" lvl="0" marL="4572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1pPr>
            <a:lvl2pPr indent="-578485" lvl="1" marL="9144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2pPr>
            <a:lvl3pPr indent="-578485" lvl="2" marL="13716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3pPr>
            <a:lvl4pPr indent="-578485" lvl="3" marL="18288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4pPr>
            <a:lvl5pPr indent="-578485" lvl="4" marL="22860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2" type="sldNum"/>
          </p:nvPr>
        </p:nvSpPr>
        <p:spPr>
          <a:xfrm>
            <a:off x="11954103" y="13073062"/>
            <a:ext cx="466269" cy="473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22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ullets">
  <p:cSld name="Bulle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4387453" y="1785937"/>
            <a:ext cx="15609095" cy="10144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Quot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idx="1" type="body"/>
          </p:nvPr>
        </p:nvSpPr>
        <p:spPr>
          <a:xfrm>
            <a:off x="4833937" y="8947546"/>
            <a:ext cx="14716126" cy="64770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i="1" sz="3200"/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4833937" y="5997575"/>
            <a:ext cx="14716126" cy="863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Helvetica Neue"/>
              <a:buNone/>
              <a:defRPr sz="4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hoto">
  <p:cSld name="Phot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/>
          <p:nvPr>
            <p:ph idx="2" type="pic"/>
          </p:nvPr>
        </p:nvSpPr>
        <p:spPr>
          <a:xfrm>
            <a:off x="3048000" y="0"/>
            <a:ext cx="18288001" cy="137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01.jpe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dmin\Desktop\LIT\MFC Youth (1).png" id="53" name="Google Shape;5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17000" y="381000"/>
            <a:ext cx="2390775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02.jpeg"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03.jpeg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04.jpeg"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05.jpeg"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06.jpeg"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07.jpeg"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08.jpeg" id="102" name="Google Shape;1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09.jpeg" id="109" name="Google Shape;1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15" name="Google Shape;115;p10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11.jpeg" id="116" name="Google Shape;1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22" name="Google Shape;122;p11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12.jpeg" id="123" name="Google Shape;1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29" name="Google Shape;129;p12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13.jpeg" id="130" name="Google Shape;1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14.jpeg" id="137" name="Google Shape;1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15.jpeg" id="144" name="Google Shape;1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16.jpeg" id="151" name="Google Shape;1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17.jpeg" id="158" name="Google Shape;1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18.jpeg" id="165" name="Google Shape;1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19.jpe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20.jpe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206057" lvl="0" marL="6111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descr="SESSION 1.021.jpe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